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31bf9067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31bf9067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31bf9067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31bf9067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31bf9067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31bf9067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31bf9067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31bf9067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31bf9067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31bf9067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31bf9067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31bf9067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31bf9067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31bf9067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cloud contains all the medical related details of the patient. Medical summary can be ingested by multiple systems which will then be shown in Salesforce UI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31bf90677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31bf90677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31bf9067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31bf9067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31bf9067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31bf9067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31bf9067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31bf9067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surajlalgupta@google.com" TargetMode="External"/><Relationship Id="rId4" Type="http://schemas.openxmlformats.org/officeDocument/2006/relationships/hyperlink" Target="mailto:deepakkumr@google.com" TargetMode="External"/><Relationship Id="rId5" Type="http://schemas.openxmlformats.org/officeDocument/2006/relationships/hyperlink" Target="https://github.com/ASHISH0410/GAgen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863"/>
            <a:ext cx="8991600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2297150"/>
            <a:ext cx="5435100" cy="2803500"/>
          </a:xfrm>
          <a:prstGeom prst="rect">
            <a:avLst/>
          </a:prstGeom>
          <a:solidFill>
            <a:srgbClr val="431284"/>
          </a:solidFill>
          <a:ln cap="flat" cmpd="sng" w="9525">
            <a:solidFill>
              <a:srgbClr val="2D1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91575" y="2740875"/>
            <a:ext cx="5074800" cy="22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“Guardian Angel” by Team GAgentX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7" name="Google Shape;57;p13" title="Team Headsh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8125" y="2853045"/>
            <a:ext cx="5633224" cy="20526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07150" y="4216575"/>
            <a:ext cx="1062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Srikanth Gundabolu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394997" y="4261406"/>
            <a:ext cx="936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Ashish Gudekar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330995" y="4261406"/>
            <a:ext cx="7731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Deepak Kumar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211420" y="4261406"/>
            <a:ext cx="837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Suraj Lal Gupta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156353" y="4261405"/>
            <a:ext cx="837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Avish Samdani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Vision &amp; Mission: A Safer Tomorrow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Our Guiding Principles: Vision &amp; Mission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Vision: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To ensure every Indian facing a medical emergency receives immediate, intelligent, life-saving help through connected technology.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Mission: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To save lives by empowering patients, first responders, and healthcare providers with 'Guardian Angel,' an AI-driven emergency response system on Salesforce that uses real-time data and seamless communication to dramatically speed up response and improve care.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Problem: When Every Second is a Lifetime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The Crisis: Information Gaps &amp; Delays in Emergency Healthcare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Challenges: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Delayed Response:</a:t>
            </a:r>
            <a:r>
              <a:rPr lang="en" sz="1100">
                <a:solidFill>
                  <a:schemeClr val="dk1"/>
                </a:solidFill>
              </a:rPr>
              <a:t> Critical minutes lost in dispatch and locating patients.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Information Black Holes:</a:t>
            </a:r>
            <a:r>
              <a:rPr lang="en" sz="1100">
                <a:solidFill>
                  <a:schemeClr val="dk1"/>
                </a:solidFill>
              </a:rPr>
              <a:t> Vital patient history (allergies, conditions) often missing, leading to risky guesswork.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Fragmented Communication:</a:t>
            </a:r>
            <a:r>
              <a:rPr lang="en" sz="1100">
                <a:solidFill>
                  <a:schemeClr val="dk1"/>
                </a:solidFill>
              </a:rPr>
              <a:t> Disconnect between patient, ambulance, and hospital ED.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Overwhelmed Systems:</a:t>
            </a:r>
            <a:r>
              <a:rPr lang="en" sz="1100">
                <a:solidFill>
                  <a:schemeClr val="dk1"/>
                </a:solidFill>
              </a:rPr>
              <a:t> Hospitals struggle to prepare for emergencies without prior, accurate information.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</a:t>
            </a:r>
            <a:r>
              <a:rPr lang="en"/>
              <a:t>Introducing "Guardian Angel" - Your Lifeline</a:t>
            </a:r>
            <a:endParaRPr/>
          </a:p>
        </p:txBody>
      </p:sp>
      <p:pic>
        <p:nvPicPr>
          <p:cNvPr id="80" name="Google Shape;80;p16" title="Guardian Angel 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00" y="1192700"/>
            <a:ext cx="8309976" cy="374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131" y="1452719"/>
            <a:ext cx="2009770" cy="117785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00" y="1452725"/>
            <a:ext cx="1767745" cy="123683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2075" y="3246175"/>
            <a:ext cx="1767750" cy="1236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9" name="Google Shape;8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8400" y="1452725"/>
            <a:ext cx="2113249" cy="11896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0" name="Google Shape;9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7700" y="3246175"/>
            <a:ext cx="1802350" cy="12368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00000">
                <a:alpha val="3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6024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Guardian Angel - Object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 title="Screenshot 2025-04-30 at 4.57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225" y="564300"/>
            <a:ext cx="7098772" cy="446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Value &amp; Impact: Why Guardian Angel Matters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For Patients &amp; Families: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Faster, Life-Saving Response:</a:t>
            </a:r>
            <a:r>
              <a:rPr lang="en" sz="1100">
                <a:solidFill>
                  <a:schemeClr val="dk1"/>
                </a:solidFill>
              </a:rPr>
              <a:t> Reduced dispatch times, accurate location.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Safer Care:</a:t>
            </a:r>
            <a:r>
              <a:rPr lang="en" sz="1100">
                <a:solidFill>
                  <a:schemeClr val="dk1"/>
                </a:solidFill>
              </a:rPr>
              <a:t> Critical medical history (allergies, conditions from Data Cloud) available to care teams, preventing errors.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Reduced Stress &amp; Anxiety:</a:t>
            </a:r>
            <a:r>
              <a:rPr lang="en" sz="1100">
                <a:solidFill>
                  <a:schemeClr val="dk1"/>
                </a:solidFill>
              </a:rPr>
              <a:t> Reassuring AI guidance, proactive communication.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For Hospitals &amp; Healthcare Providers: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Enhanced ED Preparedness:</a:t>
            </a:r>
            <a:r>
              <a:rPr lang="en" sz="1100">
                <a:solidFill>
                  <a:schemeClr val="dk1"/>
                </a:solidFill>
              </a:rPr>
              <a:t> Teams receive rich patient summaries in advance.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Improved Patient Outcomes:</a:t>
            </a:r>
            <a:r>
              <a:rPr lang="en" sz="1100">
                <a:solidFill>
                  <a:schemeClr val="dk1"/>
                </a:solidFill>
              </a:rPr>
              <a:t> Better-informed decisions lead to better care.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Increased Operational Efficiency:</a:t>
            </a:r>
            <a:r>
              <a:rPr lang="en" sz="1100">
                <a:solidFill>
                  <a:schemeClr val="dk1"/>
                </a:solidFill>
              </a:rPr>
              <a:t> Streamlined intake, automated insurance pre-checks, optimized resource allocation.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Reduced Readmission Risks:</a:t>
            </a:r>
            <a:r>
              <a:rPr lang="en" sz="1100">
                <a:solidFill>
                  <a:schemeClr val="dk1"/>
                </a:solidFill>
              </a:rPr>
              <a:t> Better initial emergency care can prevent complications.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Enhancements &amp; Roadmap: The Journey Ahead</a:t>
            </a:r>
            <a:endParaRPr/>
          </a:p>
        </p:txBody>
      </p:sp>
      <p:pic>
        <p:nvPicPr>
          <p:cNvPr id="108" name="Google Shape;108;p20" title="Screenshot 2025-04-30 at 4.15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900" y="950175"/>
            <a:ext cx="7299674" cy="379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Enhancements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557550" y="903050"/>
            <a:ext cx="8182500" cy="3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Real-time Vitals Monitoring via Wearable Integration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Automated Emergency Contact Notification &amp; Updates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Multi-lingual Support with Real-time Translation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Dynamic Ambulance Routing with Traffic Integration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AI-Powered Symptom Analysis &amp; Preliminary Triage Support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Post-Emergency Follow-up Automation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Offline Capabilities for SOS Trigger &amp; Basic Info Caching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Guardrails for Responsible AI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Guardian Angel?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Proactive Safety via Data Cloud:</a:t>
            </a:r>
            <a:r>
              <a:rPr lang="en" sz="1100">
                <a:solidFill>
                  <a:schemeClr val="dk1"/>
                </a:solidFill>
              </a:rPr>
              <a:t> Beyond data retrieval to active harm prevention.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True End-to-End Orchestration:</a:t>
            </a:r>
            <a:r>
              <a:rPr lang="en" sz="1100">
                <a:solidFill>
                  <a:schemeClr val="dk1"/>
                </a:solidFill>
              </a:rPr>
              <a:t> From SOS to a fully briefed 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Empathy-Driven AI:</a:t>
            </a:r>
            <a:r>
              <a:rPr lang="en" sz="1100">
                <a:solidFill>
                  <a:schemeClr val="dk1"/>
                </a:solidFill>
              </a:rPr>
              <a:t> Designed for human reassurance in crisis.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Directly Addresses Indian Healthcare Needs:</a:t>
            </a:r>
            <a:r>
              <a:rPr lang="en" sz="1100">
                <a:solidFill>
                  <a:schemeClr val="dk1"/>
                </a:solidFill>
              </a:rPr>
              <a:t> Locally relevant, globally innovative.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"Guardian Angel is more than a hackathon project; it's a viable, impactful solution ready to transform emergency care. We believe in its power to save lives."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Contact Information: </a:t>
            </a:r>
            <a:r>
              <a:rPr b="1" lang="en" sz="1100" u="sng">
                <a:solidFill>
                  <a:schemeClr val="hlink"/>
                </a:solidFill>
                <a:hlinkClick r:id="rId3"/>
              </a:rPr>
              <a:t>surajlalgupta@google.com</a:t>
            </a:r>
            <a:r>
              <a:rPr b="1" lang="en" sz="1100">
                <a:solidFill>
                  <a:schemeClr val="dk1"/>
                </a:solidFill>
              </a:rPr>
              <a:t>; </a:t>
            </a:r>
            <a:r>
              <a:rPr b="1" lang="en" sz="1100" u="sng">
                <a:solidFill>
                  <a:schemeClr val="hlink"/>
                </a:solidFill>
                <a:hlinkClick r:id="rId4"/>
              </a:rPr>
              <a:t>deepakkumr@google.com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GitHub Link: </a:t>
            </a:r>
            <a:r>
              <a:rPr b="1" lang="en" sz="1100" u="sng">
                <a:solidFill>
                  <a:schemeClr val="hlink"/>
                </a:solidFill>
                <a:hlinkClick r:id="rId5"/>
              </a:rPr>
              <a:t>https://github.com/ASHISH0410/GAgentX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"We welcome your questions and are excited to discuss how Guardian Angel can make a real difference."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